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27307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232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Attribution &amp; Immutable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Decryption Provenance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Multi-Recipient Encrypted Document Distribution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91840" y="3063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26237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447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0" y="34472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831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383133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2153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421538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Defence — Indian Navy (WESEE)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10881360" cy="0"/>
          </a:xfrm>
          <a:prstGeom prst="line">
            <a:avLst/>
          </a:prstGeom>
          <a:noFill/>
          <a:ln w="12700">
            <a:solidFill>
              <a:srgbClr val="343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85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5285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Name ]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614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5614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Leader Name ]  —  [ Roll No. ]  —  [ Branch 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587044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 Member 2 Name ] — [ Roll No. ] — [ Branch 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 Member 3 Name ] — [ Roll No. ] — [ Branch ]  (Female)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 Member 4 Name ] — [ Roll No. ] — [ Branch 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[ Member 5 Name ] — [ Roll No. ] — [ Branch 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[ Member 6 Name ] — [ Roll No. ] — [ Branch 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03920" y="5285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[ Mentor Name, if assigned 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Innovation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1338560" y="-822960"/>
            <a:ext cx="2011680" cy="20116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per-recipient invisible forensic watermark is embedded at the exact moment of decryption, then bound to that recipient's identity via a post-quantum digital signature and committed to a tamper-evident offline ledger — turning an identical decrypted file into a uniquely traceable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05156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0" y="1536192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static watermarks (identical across recipients) or access logs (editable by admins), attribution here is session-unique, cryptographically signed by the recipient's own PQC key, and immutably ledgered — fully offline, air-gapped, with zero cloud/KMS or public-chain dependency.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272491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4315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489204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Session-Unique Watermarking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541324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fingerprint generated fresh per decryption — every copy looks identical, forensically distinct.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4114800"/>
            <a:ext cx="272491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584448" y="4315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66160" y="489204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PQC-Bound Non-Repudiation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66160" y="541324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signature ties each decryption to the recipient's private key — denial is not possible.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114800"/>
            <a:ext cx="272491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088" y="4315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00800" y="489204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Offline Ledger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541324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DLT records every decryption event; no single admin can alter or erase history.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52560" y="4114800"/>
            <a:ext cx="272491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9253728" y="4315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25372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235440" y="489204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Leak-to-Recipient Tracing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35440" y="541324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watermark from a leaked copy, match against the ledger, get a verifiable culprit record.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ID: 26237  |  Cryptographic Attribution &amp; Decryption Provenance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&amp;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ID: 26237  |  Cryptographic Attribution &amp; Decryption Provenance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0332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39903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key exchange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(ML-KEM) + encrypt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33472" y="96012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62072" y="9601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2935224" y="10332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35224" y="139903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+ embed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watermark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55464" y="96012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84064" y="9601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5157216" y="10332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57216" y="139903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record with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ML-DSA key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77456" y="96012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06056" y="9601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79208" y="10332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79208" y="139903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offline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DLT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99448" y="96012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528048" y="9601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10332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0" y="139903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verify on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leak, attribute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084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flow: encryption → decryption-time watermarking → PQC signing → ledger commit → leak attribution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4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299923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Client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3232" y="325526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Rust CLI binaries (sender / recipient / forensic tools) — no GUI runtime dependency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9260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6245352" y="299923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Crypto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45352" y="325526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engine — oqs/liboqs bindings (pqcrypto fallback) for ML-KEM &amp; ML-DSA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386791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3232" y="412394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module — spread-spectrum / structural embedding, format-agnostic extractor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37947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4F6FC"/>
          </a:solidFill>
          <a:ln/>
        </p:spPr>
      </p:sp>
      <p:sp>
        <p:nvSpPr>
          <p:cNvPr id="36" name="Text 34"/>
          <p:cNvSpPr/>
          <p:nvPr/>
        </p:nvSpPr>
        <p:spPr>
          <a:xfrm>
            <a:off x="6245352" y="386791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&amp; Storage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45352" y="412394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Rust-native Merkle-chained ledger (sled-backed); Hyperledger Fabric as offline alternative; local encrypted key store / HSM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48640" y="5138928"/>
            <a:ext cx="14325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138928"/>
            <a:ext cx="143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981200" y="513892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438400" y="5138928"/>
            <a:ext cx="14325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2438400" y="5138928"/>
            <a:ext cx="143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&amp;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70960" y="513892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328160" y="5138928"/>
            <a:ext cx="14325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328160" y="5138928"/>
            <a:ext cx="143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+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60720" y="513892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38928"/>
            <a:ext cx="14325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5138928"/>
            <a:ext cx="143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50480" y="513892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107680" y="5138928"/>
            <a:ext cx="14325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8107680" y="5138928"/>
            <a:ext cx="143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540240" y="513892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997440" y="5138928"/>
            <a:ext cx="14325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9997440" y="5138928"/>
            <a:ext cx="143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864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3–4 occur locally on the recipient's device before any network/ledger interaction — preserving air-gapped operation.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Feasibility, Risks &amp; Mitigation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ID: 26237  |  Cryptographic Attribution &amp; Decryption Provenance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338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OPERATIONAL FEASIBILITY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42646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NIST-standardized ML-KEM / ML-DSA are production-ready via the open-source liboqs library; permissioned ledgers (Hyperledger Fabric) already run in fully offline, air-gapped defense networks; steganographic watermarking is an established, well-studied technique — the novelty is composing them into one attribution pipeline.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Challenges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Strategy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robustness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across format conversion, screenshots, printing, or re-compression.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2468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AF0E7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embedding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37960" y="285292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F5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structural + pixel-domain redundancy; cross-check multiple extraction methods.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performance overhead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385876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ML-KEM/ML-DSA ops add latency on constrained, air-gapped hardware.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4747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AF0E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crypto libs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385876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F5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liboqs/pqcrypto AVX2-accelerated Rust builds; cache session keys; batch signature verification.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sync without network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48646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offline deployments can't broadcast in real time.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44805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AF0E7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Sneakernet + Merkle proofs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48646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F5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manual/removable-media sync with cryptographic Merkle-proof reconciliation.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577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custody &amp; revocation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587044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KMS to manage recipient key lifecycle.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54864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AF0E7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577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HSM / smartcard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37960" y="587044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F5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hardware-backed key storage with manually distributed revocation lists.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Benefits &amp; Scalability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ID: 26237  |  Cryptographic Attribution &amp; Decryption Provenance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155680" y="5303520"/>
            <a:ext cx="2377440" cy="2377440"/>
          </a:xfrm>
          <a:prstGeom prst="ellipse">
            <a:avLst/>
          </a:prstGeom>
          <a:solidFill>
            <a:srgbClr val="27307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Beneficiaries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232A5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Ministries &amp;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Custodians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41732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232A5C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41732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/ Military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Units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71616" y="141732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23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208776" y="141732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(Multi-Recipient Distribution)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33104" y="141732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232A5C"/>
          </a:solidFill>
          <a:ln/>
        </p:spPr>
      </p:sp>
      <p:sp>
        <p:nvSpPr>
          <p:cNvPr id="14" name="Text 12"/>
          <p:cNvSpPr/>
          <p:nvPr/>
        </p:nvSpPr>
        <p:spPr>
          <a:xfrm>
            <a:off x="8970264" y="141732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PSUs &amp; Critical Infra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(Sensitive IP)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Impact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1A42"/>
          </a:solidFill>
          <a:ln w="12700">
            <a:solidFill>
              <a:srgbClr val="343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272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3730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Recipient-level leak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(vs. 0% today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group distribution)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30175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1A42"/>
          </a:solidFill>
          <a:ln w="12700">
            <a:solidFill>
              <a:srgbClr val="343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31272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sec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434840" y="3730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extraction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ledger verification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leaked document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30175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41A42"/>
          </a:solidFill>
          <a:ln w="12700">
            <a:solidFill>
              <a:srgbClr val="343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31272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138160" y="3730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Single-admin ability to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or erase decryption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history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&amp; Scalability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5074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architecture eliminates recurring cloud costs; NIST post-quantum primitives keep the system secure well beyond the near-term quantum threat horizon; the permissioned ledger scales horizontally across additional secure sites and recipient groups without redesign.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References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ID: 26237  |  Cryptographic Attribution &amp; Decryption Provenance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Timeline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19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PQC crypto core (ML-KEM/ML-DSA via liboqs/pqcrypto) + invisible watermark embed/extract prototype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0" y="1417320"/>
            <a:ext cx="137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819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MVP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148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decrypt → watermark → sign → ledger-commit workflow with working leak-attribution demo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18120" y="1417320"/>
            <a:ext cx="137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55280" y="14173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1819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148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air-gapped deployment, HSM key custody integration, field trials with pilot Navy units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639312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9476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203 — Module-Lattice-Based Key-Encapsulation Mechanism Standard (ML-KEM)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204 — Module-Lattice-Based Digital Signature Standard (ML-DSA)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Quantum Safe Project — liboqs reference implementation (Rust bindings via the oqs crate)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documentation — permissioned DLT architecture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literature on digital watermarking for document forensics &amp; attribution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715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6-slide limit respected   </a:t>
            </a:r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Visual-first layout   </a:t>
            </a:r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&lt; 10 MB   </a:t>
            </a:r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2026-09-12T11:18:46Z</dcterms:created>
  <dcterms:modified xsi:type="dcterms:W3CDTF">2026-09-12T11:18:46Z</dcterms:modified>
</cp:coreProperties>
</file>